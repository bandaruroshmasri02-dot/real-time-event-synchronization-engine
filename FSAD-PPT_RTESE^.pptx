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0" r:id="rId16"/>
    <p:sldId id="265" r:id="rId17"/>
  </p:sldIdLst>
  <p:sldSz cx="18288000" cy="10287000"/>
  <p:notesSz cx="6858000" cy="9144000"/>
  <p:embeddedFontLst>
    <p:embeddedFont>
      <p:font typeface="Bookman Old Style" panose="02050604050505020204" pitchFamily="18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Gotham" panose="020B0604020202020204" charset="0"/>
      <p:regular r:id="rId27"/>
    </p:embeddedFont>
    <p:embeddedFont>
      <p:font typeface="Gotham Bold Italics" panose="020B0604020202020204" charset="0"/>
      <p:regular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4404A5-F101-43FD-8E3F-700AA1CCE12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AFB333-9585-4823-9E28-DCFA34DDA34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AFB333-9585-4823-9E28-DCFA34DDA343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069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30-03-2026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1640" y="5922631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EVENT SYNCHRONIZATION ENGINE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B ROSHMASRI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VTU2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5061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23UEC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S0675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Dr. ANGELINE LYDIA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b="1" dirty="0">
              <a:latin typeface="Cambaria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85153" y="3209846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IN" sz="28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209800" y="2082655"/>
            <a:ext cx="14020800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Real-Time Event Synchronization Engine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 is a system designed to instantly capture, process, and distribute events across multiple applications and services.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It ensures seamless communication between distributed systems without delays or data conflicts.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The engine continuously monitors event streams and synchronizes updates in real time.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It improves system performance by reducing latency and eliminating manual data refresh.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The architecture supports scalable microservices and cloud-based environments.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It guarantees data consistency, reliability, and fault tolerance during high traffic loads.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The engine enables live dashboards, notifications, and automated workflows.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It enhances user experience by providing accurate and up-to-date information instantly.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This project aims to build a secure, efficient, and scalable synchronization platform for modern       web applications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920006" y="2458232"/>
            <a:ext cx="1370099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Modern applications experience delays in updating data across multiple systems.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Lack of real-time synchronization causes inconsistent and outdated information.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Distributed systems face data conflicts during simultaneous updates.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High latency reduces the performance of live dashboards and notifications.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Manual data refresh methods decrease system efficiency.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Existing solutions struggle to scale under heavy user traffic.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System failures can lead to event loss and reliability issues.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Insecure event transmission increases security vulnerabilities.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There is a need for a secure, scalable, and reliable real-time event synchronization engine.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206526" y="2576572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/>
              </a:rPr>
              <a:t>• To design and develop a real-time event synchronization engine for distributed systems.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To ensure instant data updates across multiple applications without delay.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To maintain data consistency and integrity during concurrent operations.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To reduce system latency and improve overall performance.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To build a scalable architecture that supports high traffic loads.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To implement fault-tolerant mechanisms to prevent event loss.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To enhance security through encrypted and validated event transmission.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To enable live dashboards, notifications, and automated workflows.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To improve user experience by delivering accurate and up-to-date information in real time.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794863" y="2309692"/>
            <a:ext cx="15428200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The proposed system introduces a Real-Time Event Synchronization Engine that captures and processes events instantly.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It uses an event-driven architecture to enable smooth communication between distributed applications.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The system ensures real-time data updates across multiple platforms without manual intervention.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It implements message queues or streaming mechanisms to handle high volumes of events efficiently.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The proposed model includes fault-tolerant features to prevent data loss during system failures.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It supports scalability to manage increasing user traffic and growing system demands.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Security mechanisms such as encryption and authentication are integrated to protect event data.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The system provides live dashboards, alerts, and automated workflows for better monitoring.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• Overall, the proposed system delivers a reliable, secure, and high-performance synchronization solution.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745420"/>
            <a:ext cx="9677399" cy="62825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76400" y="1814572"/>
            <a:ext cx="146304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/>
              </a:rPr>
              <a:t>• Input: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/>
              </a:rPr>
              <a:t>• Collects real-time data from web apps, mobile apps, APIs, and external systems.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Accepts various event types such as user actions, transactions, and system updates.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Validates incoming data to ensure accuracy and proper format before processing.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/>
              </a:rPr>
              <a:t>• Processing: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/>
              </a:rPr>
              <a:t>• Applies business rules and event-handling logic to incoming data.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Filters, transforms, and sequences events to avoid conflicts.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Ensures low-latency synchronization across distributed systems.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/>
              </a:rPr>
              <a:t>• Database: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/>
              </a:rPr>
              <a:t>• Stores synchronized events in a secure and structured format.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Maintains data consistency and integrity across multiple services.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Supports fast retrieval and backup mechanisms for reliability.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/>
              </a:rPr>
              <a:t>• Output: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/>
              </a:rPr>
              <a:t>• Sends real-time updates to dashboards and connected applications.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Triggers notifications, alerts, or automated workflows.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Provides accurate, up-to-date information to end users instantly.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/>
          <p:cNvSpPr>
            <a:spLocks noChangeAspect="1" noChangeArrowheads="1"/>
          </p:cNvSpPr>
          <p:nvPr/>
        </p:nvSpPr>
        <p:spPr bwMode="auto">
          <a:xfrm>
            <a:off x="8991600" y="4991100"/>
            <a:ext cx="2802862" cy="280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050" y="1371600"/>
            <a:ext cx="5715000" cy="7543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81200" y="7253256"/>
            <a:ext cx="15011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latin typeface="Times New Roman" panose="02020603050405020304"/>
              </a:rPr>
              <a:t>• The system collects real-time data from web, mobile, and API sources through the input module.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The processing engine validates and synchronizes events before securely storing them in the database.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Updated information is instantly delivered to dashboards, alerts, and connected systems through the output layer.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27934" y="1969649"/>
            <a:ext cx="15082325" cy="1215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/>
              </a:rPr>
              <a:t>Frontend:</a:t>
            </a:r>
          </a:p>
          <a:p>
            <a:r>
              <a:rPr lang="en-US" sz="2800" dirty="0">
                <a:latin typeface="Times New Roman" panose="02020603050405020304"/>
              </a:rPr>
              <a:t>• HTML, CSS, and JavaScript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800" dirty="0">
                <a:latin typeface="Times New Roman" panose="02020603050405020304"/>
                <a:sym typeface="+mn-ea"/>
              </a:rPr>
              <a:t>•</a:t>
            </a:r>
            <a:r>
              <a:rPr lang="en-IN" altLang="en-US" sz="2800" dirty="0">
                <a:latin typeface="Times New Roman" panose="02020603050405020304"/>
              </a:rPr>
              <a:t> React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800" dirty="0">
                <a:latin typeface="Times New Roman" panose="02020603050405020304"/>
                <a:sym typeface="+mn-ea"/>
              </a:rPr>
              <a:t>•</a:t>
            </a:r>
            <a:r>
              <a:rPr lang="en-IN" altLang="en-US" sz="2800" dirty="0">
                <a:latin typeface="Times New Roman" panose="02020603050405020304"/>
                <a:sym typeface="+mn-ea"/>
              </a:rPr>
              <a:t> Socket.io-client</a:t>
            </a:r>
            <a:endParaRPr lang="en-US" sz="2800" dirty="0">
              <a:latin typeface="Times New Roman" panose="02020603050405020304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800" dirty="0">
                <a:latin typeface="Times New Roman" panose="02020603050405020304"/>
              </a:rPr>
              <a:t>• </a:t>
            </a:r>
            <a:r>
              <a:rPr lang="en-US" sz="2800" b="1" dirty="0">
                <a:latin typeface="Times New Roman" panose="02020603050405020304"/>
              </a:rPr>
              <a:t>Backend:</a:t>
            </a:r>
          </a:p>
          <a:p>
            <a:r>
              <a:rPr lang="en-US" sz="2800" dirty="0">
                <a:latin typeface="Times New Roman" panose="02020603050405020304"/>
              </a:rPr>
              <a:t>•  Node.js / </a:t>
            </a:r>
            <a:r>
              <a:rPr lang="en-IN" altLang="en-US" sz="2800" dirty="0">
                <a:latin typeface="Times New Roman" panose="02020603050405020304"/>
              </a:rPr>
              <a:t>Express.io</a:t>
            </a:r>
            <a:r>
              <a:rPr lang="en-US" sz="2800" dirty="0">
                <a:latin typeface="Times New Roman" panose="02020603050405020304"/>
              </a:rPr>
              <a:t> /</a:t>
            </a:r>
            <a:r>
              <a:rPr lang="en-IN" altLang="en-US" sz="2800" dirty="0">
                <a:latin typeface="Times New Roman" panose="02020603050405020304"/>
              </a:rPr>
              <a:t> Socket.io</a:t>
            </a:r>
            <a:r>
              <a:rPr lang="en-US" sz="2800" dirty="0">
                <a:latin typeface="Times New Roman" panose="02020603050405020304"/>
              </a:rPr>
              <a:t> 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</a:t>
            </a:r>
            <a:r>
              <a:rPr lang="en-IN" altLang="en-US" sz="2800" dirty="0">
                <a:latin typeface="Times New Roman" panose="02020603050405020304"/>
              </a:rPr>
              <a:t>JSON Web Token </a:t>
            </a:r>
            <a:endParaRPr lang="en-US" sz="2800" dirty="0">
              <a:latin typeface="Times New Roman" panose="02020603050405020304"/>
            </a:endParaRPr>
          </a:p>
          <a:p>
            <a:r>
              <a:rPr lang="en-US" sz="2800" b="1" dirty="0">
                <a:latin typeface="Times New Roman" panose="02020603050405020304"/>
              </a:rPr>
              <a:t>Database:</a:t>
            </a:r>
          </a:p>
          <a:p>
            <a:r>
              <a:rPr lang="en-US" sz="2800" dirty="0">
                <a:latin typeface="Times New Roman" panose="02020603050405020304"/>
              </a:rPr>
              <a:t>• </a:t>
            </a:r>
            <a:r>
              <a:rPr lang="en-IN" altLang="en-US" sz="2800" dirty="0">
                <a:latin typeface="Times New Roman" panose="02020603050405020304"/>
              </a:rPr>
              <a:t>MOngoDB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</a:t>
            </a:r>
            <a:r>
              <a:rPr lang="en-IN" altLang="en-US" sz="2800" dirty="0">
                <a:latin typeface="Times New Roman" panose="02020603050405020304"/>
              </a:rPr>
              <a:t>Mongoose</a:t>
            </a:r>
            <a:endParaRPr lang="en-US" sz="2800" dirty="0">
              <a:latin typeface="Times New Roman" panose="02020603050405020304"/>
            </a:endParaRPr>
          </a:p>
          <a:p>
            <a:r>
              <a:rPr lang="en-US" sz="2800" b="1" dirty="0">
                <a:latin typeface="Times New Roman" panose="02020603050405020304"/>
              </a:rPr>
              <a:t>Tools:</a:t>
            </a:r>
          </a:p>
          <a:p>
            <a:r>
              <a:rPr lang="en-US" sz="2800" dirty="0">
                <a:latin typeface="Times New Roman" panose="02020603050405020304"/>
              </a:rPr>
              <a:t>• </a:t>
            </a:r>
            <a:r>
              <a:rPr lang="en-IN" altLang="en-US" sz="2800" dirty="0">
                <a:latin typeface="Times New Roman" panose="02020603050405020304"/>
              </a:rPr>
              <a:t>npm / Nodemon / Dotenv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Git and Post</a:t>
            </a:r>
            <a:r>
              <a:rPr lang="en-IN" altLang="en-US" sz="2800" dirty="0">
                <a:latin typeface="Times New Roman" panose="02020603050405020304"/>
              </a:rPr>
              <a:t>CSS</a:t>
            </a:r>
            <a:endParaRPr lang="en-US" sz="2800" dirty="0">
              <a:latin typeface="Times New Roman" panose="02020603050405020304"/>
            </a:endParaRPr>
          </a:p>
          <a:p>
            <a:r>
              <a:rPr lang="en-US" sz="2800" b="1" dirty="0">
                <a:latin typeface="Times New Roman" panose="02020603050405020304"/>
              </a:rPr>
              <a:t>Hardware/Software Requirements:</a:t>
            </a:r>
          </a:p>
          <a:p>
            <a:r>
              <a:rPr lang="en-US" sz="2800" dirty="0">
                <a:latin typeface="Times New Roman" panose="02020603050405020304"/>
              </a:rPr>
              <a:t>• </a:t>
            </a:r>
            <a:r>
              <a:rPr lang="en-IN" altLang="en-US" sz="2800" dirty="0">
                <a:latin typeface="Times New Roman" panose="02020603050405020304"/>
              </a:rPr>
              <a:t>Software: Node.js,npm,MongoDB,Modern Web Browser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</a:t>
            </a:r>
            <a:r>
              <a:rPr lang="en-IN" altLang="en-US" sz="2800" dirty="0">
                <a:latin typeface="Times New Roman" panose="02020603050405020304"/>
              </a:rPr>
              <a:t>Hardware: PC,4GB RAM,internet connectivity(for real time Socket)</a:t>
            </a:r>
            <a:endParaRPr lang="en-US" sz="2800" dirty="0">
              <a:latin typeface="Times New Roman" panose="02020603050405020304"/>
            </a:endParaRPr>
          </a:p>
          <a:p>
            <a:endParaRPr lang="en-US" sz="2800" dirty="0">
              <a:latin typeface="Times New Roman" panose="02020603050405020304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875534" y="5031149"/>
            <a:ext cx="150823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088345" y="2609511"/>
            <a:ext cx="15082325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Module 1: Event Collection &amp; Input Management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Captures real-time events from web, mobile, and API sources and validates incoming data before processing.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Module 2: Event Processing &amp; Synchronization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Applies business logic, filters events, resolves conflicts, and synchronizes data across distributed systems.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Module 3: Database &amp; Storage Management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Stores processed events securely, maintains data consistency, and supports fast retrieval and backup mechanisms.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Module 4: Monitoring &amp; Notification System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</a:rPr>
              <a:t>Provides live dashboards, triggers alerts, and delivers real-time updates to connected applications and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261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295509" y="8241970"/>
            <a:ext cx="14392291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25" y="1955800"/>
            <a:ext cx="11979275" cy="6921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70048" y="8243153"/>
            <a:ext cx="157734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890" y="1647825"/>
            <a:ext cx="11172825" cy="6991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023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2107361" y="7523923"/>
            <a:ext cx="14212388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/>
              </a:rPr>
              <a:t>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0" y="1409700"/>
            <a:ext cx="7962900" cy="746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261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2156708" y="6459106"/>
            <a:ext cx="1485441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>
              <a:latin typeface="Times New Roman" panose="020206030504050203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150" y="2110740"/>
            <a:ext cx="12077700" cy="65951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2490" y="2048458"/>
            <a:ext cx="1099442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/>
              </a:rPr>
              <a:t>Advantages: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/>
              </a:rPr>
              <a:t>• Provides real-time data synchronization with minimal latency.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Ensures data consistency across multiple applications and platforms.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Improves system efficiency by eliminating manual data updates.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Supports scalability to handle increasing users and event traffic.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Enhances user experience through live dashboards and instant notifications.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/>
              </a:rPr>
              <a:t>Limitations: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/>
              </a:rPr>
              <a:t>• Requires stable internet connectivity for continuous synchronization.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High implementation complexity compared to traditional systems.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Initial setup and infrastructure cost may be higher.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Performance may be affected under extremely heavy traffic without proper scaling.</a:t>
            </a:r>
            <a:br>
              <a:rPr lang="en-US" sz="2800" dirty="0">
                <a:latin typeface="Times New Roman" panose="02020603050405020304"/>
              </a:rPr>
            </a:br>
            <a:r>
              <a:rPr lang="en-US" sz="2800" dirty="0">
                <a:latin typeface="Times New Roman" panose="02020603050405020304"/>
              </a:rPr>
              <a:t>• Security risks can arise if event data is not properly encrypted and monitored.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1249</Words>
  <Application>Microsoft Office PowerPoint</Application>
  <PresentationFormat>Custom</PresentationFormat>
  <Paragraphs>280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Bookman Old Style</vt:lpstr>
      <vt:lpstr>Aptos</vt:lpstr>
      <vt:lpstr>Cambria</vt:lpstr>
      <vt:lpstr>Cambaria</vt:lpstr>
      <vt:lpstr>Arial</vt:lpstr>
      <vt:lpstr>Times New Roman</vt:lpstr>
      <vt:lpstr>Gotham Bold Italics</vt:lpstr>
      <vt:lpstr>Gotham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SAYYAD ABDULSAMAD</dc:creator>
  <cp:lastModifiedBy>preethi santhapuri</cp:lastModifiedBy>
  <cp:revision>14</cp:revision>
  <dcterms:created xsi:type="dcterms:W3CDTF">2006-08-16T00:00:00Z</dcterms:created>
  <dcterms:modified xsi:type="dcterms:W3CDTF">2026-03-30T03:49:38Z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4EA0E692B40C42D5BA159E6B160190BB_13</vt:lpwstr>
  </property>
  <property fmtid="{D5CDD505-2E9C-101B-9397-08002B2CF9AE}" pid="3" name="KSOProductBuildVer">
    <vt:lpwstr>1033-12.2.0.23196</vt:lpwstr>
  </property>
</Properties>
</file>